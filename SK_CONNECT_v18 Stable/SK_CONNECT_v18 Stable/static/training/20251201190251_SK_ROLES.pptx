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Sangguniang Kabataan (SK)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Roles, Functions, and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 ang 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Youth council ng barangay</a:t>
            </a:r>
          </a:p>
          <a:p>
            <a:r>
              <a:t>• Binubuo ng SK Chairperson, 7 Kagawad, SK Secretary, at SK Treasurer</a:t>
            </a:r>
          </a:p>
          <a:p>
            <a:r>
              <a:t>• Nilikha upang bigyan ng boses ang kabataan at palakasin ang kanilang partisipasyon sa pamahalaan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Layunin ng 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Pagrepresenta sa kabataan sa barangay</a:t>
            </a:r>
          </a:p>
          <a:p>
            <a:r>
              <a:t>• Pagbuo ng CBYDP (3-year plan) at ABYIP (annual plan)</a:t>
            </a:r>
          </a:p>
          <a:p>
            <a:r>
              <a:t>• Pagpapatupad ng mga programang pang-kabataan</a:t>
            </a:r>
          </a:p>
          <a:p>
            <a:r>
              <a:t>• Pagpapaunlad ng leadership, sports, health, environment, at livelihood ng kabataan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Mga Gampanin ng SK Council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Pagpaplano ng youth development programs</a:t>
            </a:r>
          </a:p>
          <a:p>
            <a:r>
              <a:t>• Pagpapasa ng mga resolusyon at polisiya</a:t>
            </a:r>
          </a:p>
          <a:p>
            <a:r>
              <a:t>• Pag-manage ng budget at pondo ng SK</a:t>
            </a:r>
          </a:p>
          <a:p>
            <a:r>
              <a:t>• Pagbuo ng committees tulad ng Sports, Education, Health, at Environment</a:t>
            </a:r>
          </a:p>
          <a:p>
            <a:r>
              <a:t>• Pagbibigay ng annual at end-term accomplishment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Gampanin ng SK Chairperson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Namumuno sa lahat ng pulong ng SK at KK</a:t>
            </a:r>
          </a:p>
          <a:p>
            <a:r>
              <a:t>• Kinatawan ng kabataan sa Sangguniang Barangay</a:t>
            </a:r>
          </a:p>
          <a:p>
            <a:r>
              <a:t>• Nag-a-appoint ng SK Secretary at Treasurer</a:t>
            </a:r>
          </a:p>
          <a:p>
            <a:r>
              <a:t>• Overall supervisor ng lahat ng proyekto at gawain ng 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Gampanin ng SK Kagawad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Gumagawa at bumoboto sa mga resolusyon</a:t>
            </a:r>
          </a:p>
          <a:p>
            <a:r>
              <a:t>• Chair o miyembro ng iba’t ibang committees</a:t>
            </a:r>
          </a:p>
          <a:p>
            <a:r>
              <a:t>• Konsultasyon sa kabataan sa komunidad</a:t>
            </a:r>
          </a:p>
          <a:p>
            <a:r>
              <a:t>• Pagmamanman sa implementasyon ng proyekto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Gampanin ng SK Secretary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Tagapangalaga ng records, minutes, at notices</a:t>
            </a:r>
          </a:p>
          <a:p>
            <a:r>
              <a:t>• Gumagawa ng dokumento at forms para sa elections at registration</a:t>
            </a:r>
          </a:p>
          <a:p>
            <a:r>
              <a:t>• Nag-aasikaso ng lahat ng official communications ng 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Gampanin ng SK Treasurer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Tagapamahala ng pondo at properties</a:t>
            </a:r>
          </a:p>
          <a:p>
            <a:r>
              <a:t>• Tumanggap at mag-disburse ng funds ayon sa approved budget</a:t>
            </a:r>
          </a:p>
          <a:p>
            <a:r>
              <a:t>• Nagbibigay ng financial reports at certifications</a:t>
            </a:r>
          </a:p>
          <a:p>
            <a:r>
              <a:t>• Nag-iingat ng resibo, income statements, at audit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Katipunan ng Kabataan (KK)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Binubuo ng lahat ng kabataan 15–30 years old sa barangay</a:t>
            </a:r>
          </a:p>
          <a:p>
            <a:r>
              <a:t>• Highest policy-making body para sa youth development</a:t>
            </a:r>
          </a:p>
          <a:p>
            <a:r>
              <a:t>• KK concurrence ay kailangan sa CBYDP, ABYIP, at major policies</a:t>
            </a:r>
          </a:p>
          <a:p>
            <a:r>
              <a:t>• KK ang bumoboto sa SK officials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Ang SK ay para sa kabataan at ng kabataan.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339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Sangguniang Kabataan (SK)</vt:lpstr>
      <vt:lpstr>Ano ang SK?</vt:lpstr>
      <vt:lpstr>Layunin ng SK</vt:lpstr>
      <vt:lpstr>Mga Gampanin ng SK Council</vt:lpstr>
      <vt:lpstr>Gampanin ng SK Chairperson</vt:lpstr>
      <vt:lpstr>Gampanin ng SK Kagawad</vt:lpstr>
      <vt:lpstr>Gampanin ng SK Secretary</vt:lpstr>
      <vt:lpstr>Gampanin ng SK Treasurer</vt:lpstr>
      <vt:lpstr>Katipunan ng Kabataan (KK)</vt:lpstr>
      <vt:lpstr>Buod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Kashieee Joya</dc:creator>
  <cp:keywords/>
  <dc:description>generated using python-pptx</dc:description>
  <cp:lastModifiedBy>Kashieee Joya</cp:lastModifiedBy>
  <cp:revision>1</cp:revision>
  <dcterms:created xsi:type="dcterms:W3CDTF">2013-01-27T09:14:16Z</dcterms:created>
  <dcterms:modified xsi:type="dcterms:W3CDTF">2025-12-01T16:30:35Z</dcterms:modified>
  <cp:category/>
</cp:coreProperties>
</file>